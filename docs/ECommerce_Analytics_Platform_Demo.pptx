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Analytics Platform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Big Data Processing with Hadoop &amp; Grafana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Concept Demo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25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Massive Data Volume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6916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millions of orders, customer profiles, and clickstream events daily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23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80160" y="24688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Insights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788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and ops teams need insights in minutes, not days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4747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520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80160" y="35661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Efficiency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38862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BI tools cost $100K+ annually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5720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617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280160" y="46634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49834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handle 10x traffic during Black Friday / holiday peaks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1371600"/>
            <a:ext cx="6400800" cy="32004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E-Commerce Platform (Web/Mobile/API)
         ↓
Data Sources: Orders | Customers | Clickstream
         ↓
   Hadoop HDFS (Distributed Storage)
         ↓
  YARN/MapReduce (Processing Layer)
         ↓
Prometheus (Metrics) → Grafana (Visualization)
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5212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Hadoop 3.3.6 (HDFS + YARN)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5532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Prometheus 2.48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5852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Grafana 10.x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6172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AWS EC2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Terraform (IaC)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Data Sources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Orders (50,000 records)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Customer purchases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Payment processing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Multi-region sales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Product performance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Revenue tracking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Customers (5,000 profiles)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5661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User demographics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8404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Lifetime value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41148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Tier segmentation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43891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Purchase history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6634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Behavior patterns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🖱️ Clickstream (200,000 events)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53035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Page views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55778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Product interactions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58521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Cart additions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61264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Conversion funnel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64008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Device analytics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Cluster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0" y="1371600"/>
            <a:ext cx="36576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Node (t3.large)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NameNode | ResourceManager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| Grafana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0" y="3200400"/>
            <a:ext cx="2743200" cy="731520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33375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1 (t3.medium)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3611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DataNode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NodeManager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JMX Exporter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0" y="3200400"/>
            <a:ext cx="2743200" cy="731520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33375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2 (t3.medium)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3611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DataNode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NodeManager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JMX Exporter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2286000"/>
            <a:ext cx="0" cy="91440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Capacity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Total: 16GB RAM, 6 vCPUs, 90GB Storage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5074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Handles: Millions of records, Complex analytics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5394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Cost: ~$137/month (AWS us-east-1)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Monitoring Dashboard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18288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74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Orders Storage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834640" y="1828800"/>
            <a:ext cx="18288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1874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Ingestion Rate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1828800"/>
            <a:ext cx="18288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874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Jobs Running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675120" y="1828800"/>
            <a:ext cx="18288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1874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Capacity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560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HDFS Metrics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4400" y="3017520"/>
            <a:ext cx="18288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063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Used/Remaining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834640" y="3017520"/>
            <a:ext cx="18288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0" y="3063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DataNodes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3017520"/>
            <a:ext cx="18288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3063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Replication Health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75120" y="3017520"/>
            <a:ext cx="18288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3063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NameNode Performance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 Metrics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14400" y="4206240"/>
            <a:ext cx="18288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251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Allocation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834640" y="4206240"/>
            <a:ext cx="18288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34640" y="4251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vCore Utilization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4206240"/>
            <a:ext cx="18288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4251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NodeManagers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675120" y="4206240"/>
            <a:ext cx="18288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4251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Queue Status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Use Cases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💹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371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Analytics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region, product performance, trend analysis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566160" y="13716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1417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14800" y="1371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Segmentation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0" y="16459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high-value customers, personalized marketing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583680" y="13716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417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132320" y="1371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Optimization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32320" y="16459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Funnel analysis, A/B testing, cart abandonment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788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Forecasting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0175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prediction, stock optimization, auto-reorder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66160" y="27432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3566160" y="2788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114800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Detection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0" y="30175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anomaly detection, payment security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83680" y="27432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2788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✨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132320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Engine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32320" y="30175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suggestions, personalized experience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Scenarios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371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Performance by Region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Which regions are performing best?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1965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Run MapReduce job on 50K orders → Get revenue breakdown in 30 seconds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517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2651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Segmentation Analysis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9718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How many high-value customers?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32461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Analyze 5K customer profiles → Platinum/Gold/Silver/Bronze distribution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931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7280" y="3931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Order Processing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4251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Can we handle Black Friday load?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45262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Monitor cluster under simulated load → Watch metrics update in Grafana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&amp; ROI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$137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Cost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$2-5K for managed services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651760" y="16459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651760" y="2286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Insight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51760" y="2606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days with manual analysis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0" y="16459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10x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846320" y="2286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2606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peak loads easily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040880" y="16459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$300K+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7040880" y="2286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Savings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40880" y="2606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+ efficiency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3840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Real-time insights for data-driven decisions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160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Scale effortlessly during peak seasons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4480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Reduce infrastructure costs by 70-80%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Eliminate manual analysis bottlenecks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5120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Enable advanced analytics (ML, predictions)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5440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Infrastructure as Code = reproducible &amp; reliable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Transform Your E-Commerce Analytics?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371600" y="2926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0" y="3474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Assess your current data volumes and requirements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Define success metrics and KPIs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0" y="4389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Plan production environment deployment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0" y="4846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Set up data ingestion pipelines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5303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Train your team on the platform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2026-02-06T09:22:23Z</dcterms:created>
  <dcterms:modified xsi:type="dcterms:W3CDTF">2026-02-06T09:22:23Z</dcterms:modified>
</cp:coreProperties>
</file>